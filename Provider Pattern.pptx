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10EF-4A58-9CB3-396B-531DE9FF9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E3E2F-327B-2FF9-9DBD-9D9530A26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71398-9136-384D-5C50-C56C225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71F4-D4EC-4214-BA1E-4E7C7885F10D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0E0E2-0B2C-0C78-06FE-4083FF73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0ECDB-3E8B-D42C-90BE-6A824A67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F8978-4827-4BD8-BF43-79667E2A6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3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2652C-038F-7820-14E3-84759BE9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53E35-0F0C-118A-610A-90D4C6653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DEDF1-3B37-F173-5BA4-6693B25E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71F4-D4EC-4214-BA1E-4E7C7885F10D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06EB2-BF39-C104-1078-CA988686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3132A-1707-5BB7-7CF4-F52ABBB4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F8978-4827-4BD8-BF43-79667E2A6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6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EDE99-1FBF-D3AD-9D61-D8D087FDE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085AA-E37F-C56F-A3AF-DC627F5EA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4ED6F-60C2-7582-07DD-6EA994C2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71F4-D4EC-4214-BA1E-4E7C7885F10D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629B3-B82C-8FC3-B1C5-E469DFA5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BC61A-3D7B-4EF9-C17D-83C38EDD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F8978-4827-4BD8-BF43-79667E2A6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4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7B69D-7818-E488-C688-EC6170D4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BC485-4FB5-AD08-6BBE-DDC449BA60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FAC5E-44B4-68D3-8248-A25D64E9A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D5C56-B5CE-9665-06DA-2944F5C1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71F4-D4EC-4214-BA1E-4E7C7885F10D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C4306-8B1B-9B70-8B92-F0887BFD2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7D09B-6036-91A7-FCC9-9F2FEC67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F8978-4827-4BD8-BF43-79667E2A6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4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C95C-99DE-D8AD-5958-781BB950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EC0F8-68C4-B988-1D1B-089FE0E14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08EB2-F7FA-8333-4BC4-1741BA856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705E2-652A-23E8-E73A-61DE98520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1DDE2-5C43-C79A-E073-BC11C561C7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FB766-5AC1-B515-9F51-6C326C85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71F4-D4EC-4214-BA1E-4E7C7885F10D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FD2F1F-704D-9B6F-DF23-FC79446DE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986935-5F99-EB66-258C-8971EF4D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F8978-4827-4BD8-BF43-79667E2A6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87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C6ACD-1488-9985-259E-933ECADC3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017F5-9F32-6BBA-B761-358661FB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71F4-D4EC-4214-BA1E-4E7C7885F10D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9BA29-042B-2774-BE39-4B3824BA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1EDB9-D07B-B8D1-225E-86FC1773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F8978-4827-4BD8-BF43-79667E2A6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3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9AF377-4060-6D43-57D9-015F3AAA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71F4-D4EC-4214-BA1E-4E7C7885F10D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FFE21-8769-E419-E14F-C811A1B8B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E69EB-3981-1071-158F-47028649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F8978-4827-4BD8-BF43-79667E2A6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5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77BF-BFC9-15B2-F990-794B90BE0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B72FA-35E3-D41A-B0CA-2B0EB9F57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F82DF-7658-7699-4E84-02BBF869D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7FA41-A575-753C-0405-0A8F7409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71F4-D4EC-4214-BA1E-4E7C7885F10D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533EC-03C8-D763-2989-B420A2A11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12087-102B-65ED-128A-007D3164B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F8978-4827-4BD8-BF43-79667E2A6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7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1B6F5-FC2B-A54B-4924-F0E678F6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CDC9A-7A4B-4206-2653-19FB0341E3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C38A9-3E4B-EA8A-820A-BD40D2CEC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2344C-17C4-2026-A5E8-5C901629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71F4-D4EC-4214-BA1E-4E7C7885F10D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C1C1-BE9F-2BAD-C14A-DB34F5992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F83E2-2858-29F6-EAC4-CF80DF729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F8978-4827-4BD8-BF43-79667E2A6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61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7D3B0-5DA8-8290-7467-DFFC914EB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4F106-D963-772F-BFB2-E331A012E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186F4-E93E-4738-0B06-71D82DEB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71F4-D4EC-4214-BA1E-4E7C7885F10D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BB96E-14E3-E573-ED40-5069E8B0A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E4FB0-8271-8B4E-1017-87CD8D55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F8978-4827-4BD8-BF43-79667E2A6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77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454F30-5777-FEB0-43B6-33A0207CD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FD0FF-F98E-EEAC-F352-E609B0166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BE8AD-92D2-E27C-4126-A59C44B6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71F4-D4EC-4214-BA1E-4E7C7885F10D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D230C-EDF6-0088-74D7-14306ED3E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60EEE-4719-C3FF-0F9D-1E1BF1AD8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F8978-4827-4BD8-BF43-79667E2A6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1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8115DC-AB65-6AA6-0F5F-65EDFA45F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4D048-068A-9C22-C30A-A96893F27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06478-5001-A4A9-AEC1-C978D7349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471F4-D4EC-4214-BA1E-4E7C7885F10D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601C7-BE3E-E2DA-21EF-DC59B21B8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7A6CF-EE21-B40A-1115-C7C73C2BE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F8978-4827-4BD8-BF43-79667E2A6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82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A224DE-9F2E-F3DB-522C-12CB10190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6744"/>
          </a:xfrm>
        </p:spPr>
        <p:txBody>
          <a:bodyPr>
            <a:normAutofit/>
          </a:bodyPr>
          <a:lstStyle/>
          <a:p>
            <a:pPr algn="ctr" fontAlgn="base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BÁO CÁO 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lang="vi-V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LẬP TRÌNH ĐA NỀN TẢNG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vi-V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b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Provider Pattern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vi-V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Sinh 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viên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thực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hiện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</a:t>
            </a:r>
            <a:b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01. Lâm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Đức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Duy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Lớp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22KTMT1</a:t>
            </a:r>
            <a:r>
              <a:rPr lang="vi-V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 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MSSV:  </a:t>
            </a:r>
            <a:r>
              <a:rPr lang="vi-V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106220214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02.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Lữ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Công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Minh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Lớp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22KTMT1</a:t>
            </a:r>
            <a:r>
              <a:rPr lang="vi-V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 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MSSV:  </a:t>
            </a:r>
            <a:r>
              <a:rPr lang="vi-V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106220223  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Người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hướng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dẫn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TS.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Nguyễn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Duy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Nhật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Viễn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vi-V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b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Đà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Nẵng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2025.</a:t>
            </a:r>
            <a:r>
              <a:rPr lang="vi-V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24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815C7D-CA3C-68ED-082A-9ABFDD12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627448"/>
          </a:xfrm>
        </p:spPr>
        <p:txBody>
          <a:bodyPr>
            <a:normAutofit fontScale="90000"/>
          </a:bodyPr>
          <a:lstStyle/>
          <a:p>
            <a:pPr algn="ctr" fontAlgn="base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BÁO CÁO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 </a:t>
            </a:r>
            <a:b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LẬP TRÌNH ĐA NỀN TẢNG</a:t>
            </a:r>
            <a: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br>
              <a:rPr lang="en-US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b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Provider Pattern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09C83-C39E-A2F8-3472-4662D0077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0119"/>
            <a:ext cx="10515600" cy="3835020"/>
          </a:xfrm>
        </p:spPr>
        <p:txBody>
          <a:bodyPr/>
          <a:lstStyle/>
          <a:p>
            <a:pPr algn="ctr"/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BẢNG PHÂN CÔNG </a:t>
            </a:r>
            <a:r>
              <a:rPr lang="en-US" sz="20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CÔNG</a:t>
            </a:r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VIỆC TRONG NHÓM</a:t>
            </a:r>
            <a:r>
              <a:rPr lang="vi-V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76FCBF-DCFF-E2EA-11DB-5EA479D7B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621907"/>
              </p:ext>
            </p:extLst>
          </p:nvPr>
        </p:nvGraphicFramePr>
        <p:xfrm>
          <a:off x="1705970" y="3275464"/>
          <a:ext cx="8789157" cy="27295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2988">
                  <a:extLst>
                    <a:ext uri="{9D8B030D-6E8A-4147-A177-3AD203B41FA5}">
                      <a16:colId xmlns:a16="http://schemas.microsoft.com/office/drawing/2014/main" val="484433146"/>
                    </a:ext>
                  </a:extLst>
                </a:gridCol>
                <a:gridCol w="2705457">
                  <a:extLst>
                    <a:ext uri="{9D8B030D-6E8A-4147-A177-3AD203B41FA5}">
                      <a16:colId xmlns:a16="http://schemas.microsoft.com/office/drawing/2014/main" val="3190915287"/>
                    </a:ext>
                  </a:extLst>
                </a:gridCol>
                <a:gridCol w="3120580">
                  <a:extLst>
                    <a:ext uri="{9D8B030D-6E8A-4147-A177-3AD203B41FA5}">
                      <a16:colId xmlns:a16="http://schemas.microsoft.com/office/drawing/2014/main" val="3872108755"/>
                    </a:ext>
                  </a:extLst>
                </a:gridCol>
                <a:gridCol w="2190132">
                  <a:extLst>
                    <a:ext uri="{9D8B030D-6E8A-4147-A177-3AD203B41FA5}">
                      <a16:colId xmlns:a16="http://schemas.microsoft.com/office/drawing/2014/main" val="4237344775"/>
                    </a:ext>
                  </a:extLst>
                </a:gridCol>
              </a:tblGrid>
              <a:tr h="90588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STT</a:t>
                      </a:r>
                      <a:r>
                        <a:rPr lang="vi-VN" sz="2000">
                          <a:effectLst/>
                        </a:rPr>
                        <a:t> </a:t>
                      </a: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HỌ VÀ TÊN</a:t>
                      </a:r>
                      <a:r>
                        <a:rPr lang="vi-VN" sz="2000">
                          <a:effectLst/>
                        </a:rPr>
                        <a:t> </a:t>
                      </a: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NHIỆM VỤ</a:t>
                      </a:r>
                      <a:r>
                        <a:rPr lang="vi-VN" sz="2000" dirty="0">
                          <a:effectLst/>
                        </a:rPr>
                        <a:t> 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KHỐI LƯỢNG</a:t>
                      </a:r>
                      <a:r>
                        <a:rPr lang="vi-VN" sz="2000">
                          <a:effectLst/>
                        </a:rPr>
                        <a:t> </a:t>
                      </a: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56760880"/>
                  </a:ext>
                </a:extLst>
              </a:tr>
              <a:tr h="911834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01</a:t>
                      </a:r>
                      <a:r>
                        <a:rPr lang="vi-VN" sz="2000">
                          <a:effectLst/>
                        </a:rPr>
                        <a:t> </a:t>
                      </a: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Lâm </a:t>
                      </a:r>
                      <a:r>
                        <a:rPr lang="en-US" sz="2000" dirty="0" err="1">
                          <a:effectLst/>
                        </a:rPr>
                        <a:t>Đức</a:t>
                      </a:r>
                      <a:r>
                        <a:rPr lang="en-US" sz="2000" dirty="0">
                          <a:effectLst/>
                        </a:rPr>
                        <a:t> Duy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err="1">
                          <a:effectLst/>
                        </a:rPr>
                        <a:t>Tìm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hiểu</a:t>
                      </a:r>
                      <a:r>
                        <a:rPr lang="en-US" sz="2000" dirty="0">
                          <a:effectLst/>
                        </a:rPr>
                        <a:t>, code </a:t>
                      </a:r>
                      <a:r>
                        <a:rPr lang="en-US" sz="2000" dirty="0" err="1">
                          <a:effectLst/>
                        </a:rPr>
                        <a:t>nội</a:t>
                      </a:r>
                      <a:r>
                        <a:rPr lang="en-US" sz="2000" dirty="0">
                          <a:effectLst/>
                        </a:rPr>
                        <a:t> dung 1, 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50%</a:t>
                      </a:r>
                      <a:r>
                        <a:rPr lang="vi-VN" sz="2000">
                          <a:effectLst/>
                        </a:rPr>
                        <a:t> </a:t>
                      </a: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69672872"/>
                  </a:ext>
                </a:extLst>
              </a:tr>
              <a:tr h="911834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02</a:t>
                      </a:r>
                      <a:r>
                        <a:rPr lang="vi-VN" sz="2000">
                          <a:effectLst/>
                        </a:rPr>
                        <a:t> </a:t>
                      </a: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err="1">
                          <a:effectLst/>
                        </a:rPr>
                        <a:t>Lữ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Công</a:t>
                      </a:r>
                      <a:r>
                        <a:rPr lang="en-US" sz="2000" dirty="0">
                          <a:effectLst/>
                        </a:rPr>
                        <a:t> Minh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err="1">
                          <a:effectLst/>
                        </a:rPr>
                        <a:t>Tìm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hiểu</a:t>
                      </a:r>
                      <a:r>
                        <a:rPr lang="en-US" sz="2000" dirty="0">
                          <a:effectLst/>
                        </a:rPr>
                        <a:t>, code </a:t>
                      </a:r>
                      <a:r>
                        <a:rPr lang="en-US" sz="2000" dirty="0" err="1">
                          <a:effectLst/>
                        </a:rPr>
                        <a:t>nội</a:t>
                      </a:r>
                      <a:r>
                        <a:rPr lang="en-US" sz="2000" dirty="0">
                          <a:effectLst/>
                        </a:rPr>
                        <a:t> dung 3,4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50%</a:t>
                      </a:r>
                      <a:r>
                        <a:rPr lang="vi-VN" sz="2000" dirty="0">
                          <a:effectLst/>
                        </a:rPr>
                        <a:t> </a:t>
                      </a: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9813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916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29E5-7C08-A3B6-BE85-F66DFE38F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420"/>
            <a:ext cx="10515600" cy="16650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NỘI DUNG</a:t>
            </a:r>
            <a:r>
              <a:rPr lang="vi-VN" sz="3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 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BFA62-AD34-0E22-16CC-51E03D3B2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2699"/>
            <a:ext cx="6981967" cy="3521122"/>
          </a:xfrm>
        </p:spPr>
        <p:txBody>
          <a:bodyPr/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400"/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1.Setup Provider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ứng</a:t>
            </a: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Để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sử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dụng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Provider,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cần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thêm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thư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viện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vào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file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pubspec.yaml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và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sử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dụng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widget Provider (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hoặc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các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biến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như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ChangeNotifierProvider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 ở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vị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trí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cao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trong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cây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widget (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thường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là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trên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MaterialApp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để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các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widget con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có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truy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cập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được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6112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5B89-762C-74B7-FCBA-F0F922A46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8735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Setup Provider </a:t>
            </a:r>
            <a:r>
              <a:rPr lang="en-US" sz="4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4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ứng</a:t>
            </a:r>
            <a:r>
              <a:rPr lang="en-US" sz="4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9C23A-0D8A-7410-61DD-C59C32795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687"/>
            <a:ext cx="8005549" cy="4266276"/>
          </a:xfrm>
        </p:spPr>
        <p:txBody>
          <a:bodyPr>
            <a:normAutofit/>
          </a:bodyPr>
          <a:lstStyle/>
          <a:p>
            <a:pPr marL="742950" lvl="1" indent="-285750">
              <a:buFont typeface="+mj-lt"/>
              <a:buAutoNum type="alphaLcParenR"/>
            </a:pPr>
            <a:r>
              <a:rPr lang="en-US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Định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nghĩa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Provider?</a:t>
            </a:r>
            <a:endParaRPr lang="en-US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182880">
              <a:lnSpc>
                <a:spcPct val="150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Provider (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Flutter)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một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gói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(package)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hỗ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trợ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trạng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thái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(state management) —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giúp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tách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logic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xử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khỏi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giao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diện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người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(UI),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đồng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thời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chia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sẻ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cập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nhật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một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cách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dễ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dàng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giữa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widget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cây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widget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ứng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82880">
              <a:lnSpc>
                <a:spcPct val="150000"/>
              </a:lnSpc>
              <a:spcAft>
                <a:spcPts val="80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127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62FFC-265C-9A44-06B2-D11EBA894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35"/>
            <a:ext cx="10515600" cy="1078172"/>
          </a:xfrm>
        </p:spPr>
        <p:txBody>
          <a:bodyPr/>
          <a:lstStyle/>
          <a:p>
            <a:pPr algn="ctr"/>
            <a:r>
              <a:rPr lang="en-US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Định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nghĩa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Provider</a:t>
            </a:r>
            <a:endParaRPr lang="en-US" dirty="0"/>
          </a:p>
        </p:txBody>
      </p:sp>
      <p:pic>
        <p:nvPicPr>
          <p:cNvPr id="4" name="Content Placeholder 3" descr="A computer code with many text&#10;&#10;Description automatically generated with medium confidence">
            <a:extLst>
              <a:ext uri="{FF2B5EF4-FFF2-40B4-BE49-F238E27FC236}">
                <a16:creationId xmlns:a16="http://schemas.microsoft.com/office/drawing/2014/main" id="{290F72C0-1B3F-731B-8295-EB7F5F2302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309" y="1555845"/>
            <a:ext cx="8420669" cy="493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31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1132-311E-E524-0502-2C4539A0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446662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Setup Provider </a:t>
            </a:r>
            <a:r>
              <a:rPr lang="en-US" sz="4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4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ứng</a:t>
            </a:r>
            <a:r>
              <a:rPr lang="en-US" sz="4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dụng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4DED8-0569-CA7B-EE4E-C7080A9A0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969"/>
            <a:ext cx="10515600" cy="4470993"/>
          </a:xfrm>
        </p:spPr>
        <p:txBody>
          <a:bodyPr/>
          <a:lstStyle/>
          <a:p>
            <a:pPr marL="457200" lvl="1" indent="0"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b) </a:t>
            </a:r>
            <a:r>
              <a:rPr lang="en-US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Sử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dụng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Provider?</a:t>
            </a:r>
            <a:endParaRPr lang="en-US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Thêm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vào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pubspec.yaml</a:t>
            </a:r>
            <a:r>
              <a:rPr lang="en-US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Sau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đó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chạy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flutter pub get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390C7CCB-FF16-B075-CCE6-1E045CDF5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64" y="2688609"/>
            <a:ext cx="3643952" cy="192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444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B2F04-AAB0-6628-A0BD-0D1E3B6A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NỘI DUNG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DC854-DA6C-B930-7647-B91C96141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1881"/>
            <a:ext cx="10515600" cy="3925082"/>
          </a:xfrm>
        </p:spPr>
        <p:txBody>
          <a:bodyPr/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400"/>
              <a:buNone/>
            </a:pPr>
            <a:r>
              <a:rPr lang="en-US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2. </a:t>
            </a:r>
            <a:r>
              <a:rPr lang="en-US" sz="24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ChangeNotifier</a:t>
            </a:r>
            <a:r>
              <a:rPr lang="en-US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và</a:t>
            </a:r>
            <a:r>
              <a:rPr lang="en-US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NotifyListeners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ChangeNotifier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Là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một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class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cơ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bản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trong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Flutter SDK,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được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sử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dụng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thông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báo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thay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đổi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đến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các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"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người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nghe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 (Listeners).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Các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class Model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của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bạn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cần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extends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hoặc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with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ChangeNotifier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trở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thành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một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"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đối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tượng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có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quan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sát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 (Observable).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NotifyListeners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Là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phương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thức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phải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được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gọi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trong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class Model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mỗi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khi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dữ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liệu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thay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đổi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mà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bạn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muốn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giao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diện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người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dùng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(UI)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được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cập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nhật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Nếu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không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gọi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hàm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này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các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widget Consumer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hoặc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Provider.of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(context, listen: true)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sẽ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không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biết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rebuild.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87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9778B-374E-E269-ACCE-1669C33D7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ChangeNotifier</a:t>
            </a:r>
            <a:r>
              <a:rPr lang="en-US" sz="4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và</a:t>
            </a:r>
            <a:r>
              <a:rPr lang="en-US" sz="4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NotifyListeners</a:t>
            </a:r>
            <a:endParaRPr lang="en-US" dirty="0"/>
          </a:p>
        </p:txBody>
      </p:sp>
      <p:pic>
        <p:nvPicPr>
          <p:cNvPr id="4" name="Content Placeholder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FB2D570B-BAFC-D2A7-27B0-1F41218411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1755" y="1965278"/>
            <a:ext cx="6728346" cy="440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23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D9C09-A3FB-DFEB-4244-12AD45193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74"/>
            <a:ext cx="10515600" cy="1037230"/>
          </a:xfrm>
        </p:spPr>
        <p:txBody>
          <a:bodyPr/>
          <a:lstStyle/>
          <a:p>
            <a:pPr algn="ctr"/>
            <a:r>
              <a:rPr lang="en-US" sz="44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ChangeNotifier</a:t>
            </a:r>
            <a:r>
              <a:rPr lang="en-US" sz="4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và</a:t>
            </a:r>
            <a:r>
              <a:rPr lang="en-US" sz="4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NotifyListeners</a:t>
            </a:r>
            <a:endParaRPr lang="en-US" dirty="0"/>
          </a:p>
        </p:txBody>
      </p:sp>
      <p:pic>
        <p:nvPicPr>
          <p:cNvPr id="4" name="Content Placeholder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150DF8FD-F339-8742-9EBF-FC0A25137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5528" y="1460310"/>
            <a:ext cx="5895833" cy="523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37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3A57-8253-62B7-8271-5EBB63431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41945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NỘI DUNG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0C0FF-232D-6350-2E97-51CB027EB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946"/>
            <a:ext cx="10515600" cy="5459105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7000"/>
              </a:lnSpc>
              <a:buSzPts val="1400"/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3.Consumer </a:t>
            </a:r>
            <a:r>
              <a:rPr lang="en-US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và</a:t>
            </a: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Provider of</a:t>
            </a:r>
          </a:p>
          <a:p>
            <a:pPr marL="457200" lvl="1" indent="0">
              <a:lnSpc>
                <a:spcPct val="107000"/>
              </a:lnSpc>
              <a:buSzPts val="1400"/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a)Consumer: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Consumer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là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một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Widget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chỉ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rebuild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phần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con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của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nó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khi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dữ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liệu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của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thay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đổi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Đây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là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cách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tối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ưu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tránh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rebuild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toàn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bộ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widget.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56B86702-DE3D-967B-75EF-C48766E00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279" y="3098043"/>
            <a:ext cx="6455070" cy="360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78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836B-D2A1-7ADC-6077-64A817CE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46411"/>
          </a:xfrm>
        </p:spPr>
        <p:txBody>
          <a:bodyPr/>
          <a:lstStyle/>
          <a:p>
            <a:pPr algn="ctr"/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Consumer </a:t>
            </a:r>
            <a:r>
              <a:rPr lang="en-US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và</a:t>
            </a: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Provider of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67287-EEA0-98E7-5136-FE61FF9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3457"/>
            <a:ext cx="10515600" cy="5854889"/>
          </a:xfrm>
        </p:spPr>
        <p:txBody>
          <a:bodyPr/>
          <a:lstStyle/>
          <a:p>
            <a:pPr marL="457200" lvl="1" indent="0">
              <a:lnSpc>
                <a:spcPct val="107000"/>
              </a:lnSpc>
              <a:buSzPts val="1400"/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b)</a:t>
            </a:r>
            <a:r>
              <a:rPr lang="en-US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Provider.of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Bạn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có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dùng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Provider.ofcontext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truy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cập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Provider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trong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phương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thức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build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của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bất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kỳ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widget con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nào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Provider.of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(context, listen: true) (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Mặc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định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): Widget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sẽ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lắng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nghe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thay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đổi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và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rebuild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khi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dữ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liệu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thay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đổi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Provider.of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(context, listen: false): Widget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không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lắng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nghe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thay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đổi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chỉ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dùng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gọi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các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hàm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ví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dụ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increment())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mà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không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cần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rebuild UI.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Thường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dùng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trong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initState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didChangeDependencies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hoặc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trong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các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callbacks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như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onPressed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3AE6918F-2100-28AE-548E-4814FAF3E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51" y="4332098"/>
            <a:ext cx="6810234" cy="228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54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14F6D-7244-C8F6-4AA9-D678FF666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1018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NỘI DUNG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E975-66D9-82C2-4B47-72AC86FD5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253"/>
            <a:ext cx="10515600" cy="4675709"/>
          </a:xfrm>
        </p:spPr>
        <p:txBody>
          <a:bodyPr/>
          <a:lstStyle/>
          <a:p>
            <a:pPr marL="0" lvl="0" indent="0">
              <a:lnSpc>
                <a:spcPct val="107000"/>
              </a:lnSpc>
              <a:spcBef>
                <a:spcPts val="1200"/>
              </a:spcBef>
              <a:buSzPts val="1400"/>
              <a:buNone/>
            </a:pPr>
            <a:r>
              <a:rPr lang="en-US" sz="24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4.Multiple Providers </a:t>
            </a:r>
            <a:r>
              <a:rPr lang="en-US" sz="2400" b="1" kern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Providers Composition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Providers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Sử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dụng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MultiProvider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để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đăng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ký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nhiều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Providers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tại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một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điểm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trong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cây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widget: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A close up of words&#10;&#10;Description automatically generated">
            <a:extLst>
              <a:ext uri="{FF2B5EF4-FFF2-40B4-BE49-F238E27FC236}">
                <a16:creationId xmlns:a16="http://schemas.microsoft.com/office/drawing/2014/main" id="{8509487C-3003-099E-9029-8E9CDF63B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378" y="3428999"/>
            <a:ext cx="7995961" cy="184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388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1DFDC-DEA5-1874-5EEF-2F432482A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2" y="1"/>
            <a:ext cx="11327642" cy="1228298"/>
          </a:xfrm>
        </p:spPr>
        <p:txBody>
          <a:bodyPr>
            <a:normAutofit/>
          </a:bodyPr>
          <a:lstStyle/>
          <a:p>
            <a:pPr algn="ctr"/>
            <a:r>
              <a:rPr lang="en-US" sz="44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Providers </a:t>
            </a:r>
            <a:r>
              <a:rPr lang="en-US" sz="4400" b="1" kern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44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Providers Composition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35DE-C7F4-9F84-82D6-9B79C7FF6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843" y="1228299"/>
            <a:ext cx="11810998" cy="4948664"/>
          </a:xfrm>
        </p:spPr>
        <p:txBody>
          <a:bodyPr/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Providers Composition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80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Provider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Provider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cấp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Provider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khác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giống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phối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trạng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thái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app. </a:t>
            </a:r>
          </a:p>
          <a:p>
            <a:pPr marL="457200">
              <a:lnSpc>
                <a:spcPct val="150000"/>
              </a:lnSpc>
              <a:spcAft>
                <a:spcPts val="80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113F6EF-FD53-1D9A-E0CB-358126C7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0" y="3289111"/>
            <a:ext cx="7929348" cy="317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01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4A8F-77C4-E762-234A-26F3591A2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35"/>
            <a:ext cx="10515600" cy="1214650"/>
          </a:xfrm>
        </p:spPr>
        <p:txBody>
          <a:bodyPr>
            <a:normAutofit/>
          </a:bodyPr>
          <a:lstStyle/>
          <a:p>
            <a:pPr algn="ctr">
              <a:lnSpc>
                <a:spcPct val="107000"/>
              </a:lnSpc>
              <a:spcBef>
                <a:spcPts val="1200"/>
              </a:spcBef>
            </a:pPr>
            <a:r>
              <a:rPr lang="en-US" b="1" kern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code</a:t>
            </a:r>
            <a:endParaRPr lang="en-US" dirty="0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F8B56D29-E2A9-8747-E45E-18A7163D8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638" y="1582644"/>
            <a:ext cx="962917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59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647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Courier New</vt:lpstr>
      <vt:lpstr>Symbol</vt:lpstr>
      <vt:lpstr>Office Theme</vt:lpstr>
      <vt:lpstr>BÁO CÁO     LẬP TRÌNH ĐA NỀN TẢNG     Provider Pattern      Sinh viên thực hiện: 01. Lâm Đức Duy Lớp: 22KTMT1   MSSV:   106220214 02. Lữ Công Minh Lớp: 22KTMT1   MSSV:   106220223      Người hướng dẫn: TS. Nguyễn Duy Nhật Viễn            Đà Nẵng, 2025.  </vt:lpstr>
      <vt:lpstr>BÁO CÁO   LẬP TRÌNH ĐA NỀN TẢNG   Provider Pattern</vt:lpstr>
      <vt:lpstr>NỘI DUNG </vt:lpstr>
      <vt:lpstr>Setup Provider trong ứng dụng</vt:lpstr>
      <vt:lpstr>Định nghĩa Provider</vt:lpstr>
      <vt:lpstr>Setup Provider trong ứng dụng</vt:lpstr>
      <vt:lpstr>NỘI DUNG</vt:lpstr>
      <vt:lpstr>ChangeNotifier và NotifyListeners</vt:lpstr>
      <vt:lpstr>ChangeNotifier và NotifyListeners</vt:lpstr>
      <vt:lpstr>NỘI DUNG</vt:lpstr>
      <vt:lpstr>Consumer và Provider of</vt:lpstr>
      <vt:lpstr>NỘI DUNG</vt:lpstr>
      <vt:lpstr>Multiple Providers và Providers Composition</vt:lpstr>
      <vt:lpstr>Chương trình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     LẬP TRÌNH ĐA NỀN TẢNG     Provider Pattern      Sinh viên thực hiện: 01. Lâm Đức Duy Lớp: 22KTMT1   MSSV:   106220214 02. Lữ Công Minh Lớp: 22KTMT1   MSSV:   106220223      Người hướng dẫn: TS. Nguyễn Duy Nhật Viễn            Đà Nẵng, 2025.  </dc:title>
  <dc:creator>Administrator</dc:creator>
  <cp:lastModifiedBy>Lữ Minh</cp:lastModifiedBy>
  <cp:revision>2</cp:revision>
  <dcterms:created xsi:type="dcterms:W3CDTF">2025-11-10T15:49:15Z</dcterms:created>
  <dcterms:modified xsi:type="dcterms:W3CDTF">2025-11-10T22:14:07Z</dcterms:modified>
</cp:coreProperties>
</file>